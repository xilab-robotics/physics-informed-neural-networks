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7" r:id="rId5"/>
  </p:sldMasterIdLst>
  <p:notesMasterIdLst>
    <p:notesMasterId r:id="rId9"/>
  </p:notesMasterIdLst>
  <p:sldIdLst>
    <p:sldId id="459" r:id="rId6"/>
    <p:sldId id="4282" r:id="rId7"/>
    <p:sldId id="4281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696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TRO BILANCIA" userId="f227a1cf-df95-4be9-9b8e-7599f8c38f3a" providerId="ADAL" clId="{B4475D16-D82A-4EA3-8740-9917DD2BE367}"/>
    <pc:docChg chg="custSel modSld">
      <pc:chgData name="PIETRO BILANCIA" userId="f227a1cf-df95-4be9-9b8e-7599f8c38f3a" providerId="ADAL" clId="{B4475D16-D82A-4EA3-8740-9917DD2BE367}" dt="2026-03-25T08:06:30.510" v="1" actId="1076"/>
      <pc:docMkLst>
        <pc:docMk/>
      </pc:docMkLst>
      <pc:sldChg chg="delSp modSp mod">
        <pc:chgData name="PIETRO BILANCIA" userId="f227a1cf-df95-4be9-9b8e-7599f8c38f3a" providerId="ADAL" clId="{B4475D16-D82A-4EA3-8740-9917DD2BE367}" dt="2026-03-25T08:06:30.510" v="1" actId="1076"/>
        <pc:sldMkLst>
          <pc:docMk/>
          <pc:sldMk cId="2510270922" sldId="4282"/>
        </pc:sldMkLst>
        <pc:picChg chg="mod">
          <ac:chgData name="PIETRO BILANCIA" userId="f227a1cf-df95-4be9-9b8e-7599f8c38f3a" providerId="ADAL" clId="{B4475D16-D82A-4EA3-8740-9917DD2BE367}" dt="2026-03-25T08:06:30.510" v="1" actId="1076"/>
          <ac:picMkLst>
            <pc:docMk/>
            <pc:sldMk cId="2510270922" sldId="4282"/>
            <ac:picMk id="5" creationId="{40FCA4FF-8946-B74F-A77B-9D28E773408D}"/>
          </ac:picMkLst>
        </pc:picChg>
        <pc:picChg chg="del">
          <ac:chgData name="PIETRO BILANCIA" userId="f227a1cf-df95-4be9-9b8e-7599f8c38f3a" providerId="ADAL" clId="{B4475D16-D82A-4EA3-8740-9917DD2BE367}" dt="2026-03-25T08:06:29.669" v="0" actId="478"/>
          <ac:picMkLst>
            <pc:docMk/>
            <pc:sldMk cId="2510270922" sldId="4282"/>
            <ac:picMk id="6" creationId="{ACECC78D-FE0B-546E-BAED-C05A0AD5EE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50A83-E0DE-4AD0-9ABA-C3ADF418393F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33689-20ED-4290-84E8-711D19BFC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3993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ed8569e29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328" name="Google Shape;328;ged8569e29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7458" y="1214438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7458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138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93693" y="1049214"/>
            <a:ext cx="7663445" cy="56929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8248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694" y="75065"/>
            <a:ext cx="10793506" cy="8041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3694" y="1060938"/>
            <a:ext cx="5892322" cy="56507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6704" y="1060937"/>
            <a:ext cx="4731306" cy="56507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386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90692" y="2008290"/>
            <a:ext cx="9144000" cy="23876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795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va" type="title">
  <p:cSld name="prova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0667" y="6190068"/>
            <a:ext cx="478135" cy="4787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764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01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281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730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320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466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5302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Calibri" panose="020F0502020204030204" pitchFamily="34" charset="0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457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0979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46" name="Google Shape;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833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601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3694" y="116099"/>
            <a:ext cx="10793506" cy="79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</a:t>
            </a:r>
            <a:br>
              <a:rPr lang="en-US" dirty="0"/>
            </a:br>
            <a:r>
              <a:rPr lang="en-US" dirty="0"/>
              <a:t>style</a:t>
            </a:r>
            <a:endParaRPr lang="it-IT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" r="61641"/>
          <a:stretch/>
        </p:blipFill>
        <p:spPr>
          <a:xfrm rot="16200000">
            <a:off x="-2743797" y="3420781"/>
            <a:ext cx="6172858" cy="686337"/>
          </a:xfrm>
          <a:prstGeom prst="rect">
            <a:avLst/>
          </a:prstGeom>
        </p:spPr>
      </p:pic>
      <p:sp>
        <p:nvSpPr>
          <p:cNvPr id="12" name="CasellaDiTesto 11"/>
          <p:cNvSpPr txBox="1"/>
          <p:nvPr userDrawn="1"/>
        </p:nvSpPr>
        <p:spPr>
          <a:xfrm rot="16200000" flipH="1">
            <a:off x="-1985197" y="4200361"/>
            <a:ext cx="4431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</a:rPr>
              <a:t>XiLAB</a:t>
            </a:r>
            <a:r>
              <a:rPr lang="it-IT" sz="1600" b="1" dirty="0">
                <a:solidFill>
                  <a:schemeClr val="bg1"/>
                </a:solidFill>
              </a:rPr>
              <a:t> </a:t>
            </a:r>
            <a:r>
              <a:rPr lang="it-IT" sz="1600" b="1" baseline="0" dirty="0">
                <a:solidFill>
                  <a:schemeClr val="bg1"/>
                </a:solidFill>
              </a:rPr>
              <a:t>X-in-the-Loop Advanced </a:t>
            </a:r>
            <a:r>
              <a:rPr lang="it-IT" sz="1600" b="1" baseline="0" dirty="0" err="1">
                <a:solidFill>
                  <a:schemeClr val="bg1"/>
                </a:solidFill>
              </a:rPr>
              <a:t>Simulation</a:t>
            </a:r>
            <a:r>
              <a:rPr lang="it-IT" sz="1600" b="1" baseline="0" dirty="0">
                <a:solidFill>
                  <a:schemeClr val="bg1"/>
                </a:solidFill>
              </a:rPr>
              <a:t> Lab</a:t>
            </a:r>
            <a:r>
              <a:rPr lang="it-IT" sz="1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3" name="CasellaDiTesto 12"/>
          <p:cNvSpPr txBox="1"/>
          <p:nvPr userDrawn="1"/>
        </p:nvSpPr>
        <p:spPr>
          <a:xfrm rot="16200000" flipH="1">
            <a:off x="-2510260" y="3505104"/>
            <a:ext cx="602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b="1" dirty="0">
                <a:solidFill>
                  <a:schemeClr val="bg1"/>
                </a:solidFill>
              </a:rPr>
              <a:t>Marcello</a:t>
            </a:r>
            <a:r>
              <a:rPr lang="it-IT" sz="900" b="1" baseline="0" dirty="0">
                <a:solidFill>
                  <a:schemeClr val="bg1"/>
                </a:solidFill>
              </a:rPr>
              <a:t> Pellicciari</a:t>
            </a:r>
            <a:r>
              <a:rPr lang="it-IT" sz="800" b="1" dirty="0">
                <a:solidFill>
                  <a:schemeClr val="bg1"/>
                </a:solidFill>
              </a:rPr>
              <a:t> </a:t>
            </a:r>
            <a:r>
              <a:rPr lang="it-IT" sz="800" dirty="0">
                <a:solidFill>
                  <a:schemeClr val="bg1"/>
                </a:solidFill>
              </a:rPr>
              <a:t> marcello.pellicciari@unimore.it </a:t>
            </a:r>
            <a:r>
              <a:rPr lang="it-IT" sz="900" b="1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Pietro Bilancia </a:t>
            </a:r>
            <a:r>
              <a:rPr lang="it-IT" sz="9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pietro.bilancia</a:t>
            </a:r>
            <a:r>
              <a:rPr lang="it-IT" sz="900" dirty="0">
                <a:solidFill>
                  <a:schemeClr val="bg1"/>
                </a:solidFill>
              </a:rPr>
              <a:t>@unimore.it </a:t>
            </a:r>
            <a:endParaRPr lang="it-IT" sz="900" b="1" kern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r>
              <a:rPr lang="it-IT" sz="900" b="1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Università degli studi di Modena e Reggio Emilia</a:t>
            </a:r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-537" y="6563868"/>
            <a:ext cx="484527" cy="26089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A8ACAD-C596-4A89-A039-2B26FC650994}" type="slidenum">
              <a:rPr lang="it-IT" sz="1400" smtClean="0">
                <a:solidFill>
                  <a:schemeClr val="bg1"/>
                </a:solidFill>
                <a:latin typeface="Calibri" panose="020F0502020204030204" pitchFamily="34" charset="0"/>
              </a:rPr>
              <a:pPr/>
              <a:t>‹N›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537" y="-648"/>
            <a:ext cx="686338" cy="68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1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  <a:latin typeface="Calibri" panose="020F0502020204030204" pitchFamily="34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21204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ilab.unimore.i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15E17A84-261B-50FF-587D-670D827F0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417" y="337591"/>
            <a:ext cx="3681166" cy="368116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63E398B-9ADD-70F7-0325-D088471F691C}"/>
              </a:ext>
            </a:extLst>
          </p:cNvPr>
          <p:cNvSpPr txBox="1"/>
          <p:nvPr/>
        </p:nvSpPr>
        <p:spPr>
          <a:xfrm>
            <a:off x="4848649" y="4865298"/>
            <a:ext cx="46490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</a:rPr>
              <a:t>Name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dirty="0" err="1">
                <a:solidFill>
                  <a:schemeClr val="bg1"/>
                </a:solidFill>
              </a:rPr>
              <a:t>Affiliation</a:t>
            </a:r>
            <a:endParaRPr lang="it-IT" dirty="0">
              <a:solidFill>
                <a:schemeClr val="bg1"/>
              </a:solidFill>
            </a:endParaRPr>
          </a:p>
          <a:p>
            <a:r>
              <a:rPr lang="it-IT" i="1" dirty="0">
                <a:solidFill>
                  <a:schemeClr val="bg1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543590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49AE-803B-CD60-8C51-64AAF5E7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40FCA4FF-8946-B74F-A77B-9D28E7734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85734"/>
            <a:ext cx="5782733" cy="3175878"/>
          </a:xfrm>
          <a:prstGeom prst="rect">
            <a:avLst/>
          </a:prstGeom>
        </p:spPr>
      </p:pic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38BB6F89-9365-66E8-BEFA-3F06111D9ABD}"/>
              </a:ext>
            </a:extLst>
          </p:cNvPr>
          <p:cNvSpPr txBox="1">
            <a:spLocks/>
          </p:cNvSpPr>
          <p:nvPr/>
        </p:nvSpPr>
        <p:spPr>
          <a:xfrm>
            <a:off x="1017494" y="914402"/>
            <a:ext cx="6521018" cy="5680556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r>
              <a:rPr lang="it-IT" sz="2200" b="1" dirty="0"/>
              <a:t>……..</a:t>
            </a:r>
            <a:endParaRPr lang="en-GB" sz="200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AB63851-78D2-538F-084C-0CE674993155}"/>
              </a:ext>
            </a:extLst>
          </p:cNvPr>
          <p:cNvSpPr txBox="1">
            <a:spLocks/>
          </p:cNvSpPr>
          <p:nvPr/>
        </p:nvSpPr>
        <p:spPr>
          <a:xfrm>
            <a:off x="900000" y="0"/>
            <a:ext cx="6337738" cy="683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it-IT" i="1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1027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>
            <a:spLocks noGrp="1"/>
          </p:cNvSpPr>
          <p:nvPr>
            <p:ph type="body" idx="4294967295"/>
          </p:nvPr>
        </p:nvSpPr>
        <p:spPr>
          <a:xfrm>
            <a:off x="3509962" y="951502"/>
            <a:ext cx="5172077" cy="12887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spcAft>
                <a:spcPts val="2133"/>
              </a:spcAft>
              <a:buNone/>
            </a:pPr>
            <a:r>
              <a:rPr lang="it" sz="2800" b="1" dirty="0">
                <a:solidFill>
                  <a:schemeClr val="lt1"/>
                </a:solidFill>
              </a:rPr>
              <a:t>VISIT OUR SITE:</a:t>
            </a:r>
            <a:br>
              <a:rPr lang="it" sz="2800" b="1" dirty="0">
                <a:solidFill>
                  <a:schemeClr val="lt1"/>
                </a:solidFill>
              </a:rPr>
            </a:br>
            <a:r>
              <a:rPr lang="it" sz="2800" b="1" dirty="0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https://www.xilab.unimore.it/</a:t>
            </a:r>
            <a:r>
              <a:rPr lang="it" sz="2800" b="1" dirty="0">
                <a:solidFill>
                  <a:schemeClr val="lt1"/>
                </a:solidFill>
              </a:rPr>
              <a:t> </a:t>
            </a:r>
          </a:p>
        </p:txBody>
      </p:sp>
      <p:pic>
        <p:nvPicPr>
          <p:cNvPr id="332" name="Google Shape;332;p40"/>
          <p:cNvPicPr preferRelativeResize="0"/>
          <p:nvPr/>
        </p:nvPicPr>
        <p:blipFill rotWithShape="1">
          <a:blip r:embed="rId4">
            <a:alphaModFix/>
          </a:blip>
          <a:srcRect l="10955" t="10351" r="10955" b="10926"/>
          <a:stretch/>
        </p:blipFill>
        <p:spPr>
          <a:xfrm>
            <a:off x="5304134" y="2650399"/>
            <a:ext cx="1583733" cy="1553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magine 1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BAF8739A-309D-4A2D-DEFE-56EE423692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00" y="4560217"/>
            <a:ext cx="1584000" cy="158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E51B9C313FA145AA6FB306FF49F585" ma:contentTypeVersion="16" ma:contentTypeDescription="Creare un nuovo documento." ma:contentTypeScope="" ma:versionID="edf1ceb6c97e99a206813001f4e8232e">
  <xsd:schema xmlns:xsd="http://www.w3.org/2001/XMLSchema" xmlns:xs="http://www.w3.org/2001/XMLSchema" xmlns:p="http://schemas.microsoft.com/office/2006/metadata/properties" xmlns:ns2="03ead71b-6a33-46be-9331-59182cc9caf3" xmlns:ns3="4b927cf6-5c09-4d88-a072-a52c9d8db543" targetNamespace="http://schemas.microsoft.com/office/2006/metadata/properties" ma:root="true" ma:fieldsID="4fd9459b1326dde3ef788d7bfd5c6ffd" ns2:_="" ns3:_="">
    <xsd:import namespace="03ead71b-6a33-46be-9331-59182cc9caf3"/>
    <xsd:import namespace="4b927cf6-5c09-4d88-a072-a52c9d8db5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ead71b-6a33-46be-9331-59182cc9ca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feb7de8c-6efd-4c1c-a4e4-2fcdfb1189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27cf6-5c09-4d88-a072-a52c9d8db54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59ae993-677b-4648-8af5-3d5d353532df}" ma:internalName="TaxCatchAll" ma:showField="CatchAllData" ma:web="4b927cf6-5c09-4d88-a072-a52c9d8db5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ead71b-6a33-46be-9331-59182cc9caf3">
      <Terms xmlns="http://schemas.microsoft.com/office/infopath/2007/PartnerControls"/>
    </lcf76f155ced4ddcb4097134ff3c332f>
    <TaxCatchAll xmlns="4b927cf6-5c09-4d88-a072-a52c9d8db543" xsi:nil="true"/>
  </documentManagement>
</p:properties>
</file>

<file path=customXml/itemProps1.xml><?xml version="1.0" encoding="utf-8"?>
<ds:datastoreItem xmlns:ds="http://schemas.openxmlformats.org/officeDocument/2006/customXml" ds:itemID="{8CB3B1DD-EC4B-4B55-BA01-7E565FBDDE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CA7850-963D-4994-BDCA-B32FA4BC04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ead71b-6a33-46be-9331-59182cc9caf3"/>
    <ds:schemaRef ds:uri="4b927cf6-5c09-4d88-a072-a52c9d8db5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E618F6-02A5-4E60-B645-0AFDA99448DE}">
  <ds:schemaRefs>
    <ds:schemaRef ds:uri="http://schemas.microsoft.com/office/2006/metadata/properties"/>
    <ds:schemaRef ds:uri="http://schemas.microsoft.com/office/infopath/2007/PartnerControls"/>
    <ds:schemaRef ds:uri="03ead71b-6a33-46be-9331-59182cc9caf3"/>
    <ds:schemaRef ds:uri="4b927cf6-5c09-4d88-a072-a52c9d8db54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20</Words>
  <Application>Microsoft Office PowerPoint</Application>
  <PresentationFormat>Widescreen</PresentationFormat>
  <Paragraphs>6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Office Theme</vt:lpstr>
      <vt:lpstr>Simple Light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Utente</dc:creator>
  <cp:lastModifiedBy>PIETRO BILANCIA</cp:lastModifiedBy>
  <cp:revision>143</cp:revision>
  <dcterms:created xsi:type="dcterms:W3CDTF">2015-04-17T14:22:12Z</dcterms:created>
  <dcterms:modified xsi:type="dcterms:W3CDTF">2026-03-25T08:06:32Z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0x0101006DE51B9C313FA145AA6FB306FF49F585</vt:lpwstr>
  </property>
</Properties>
</file>